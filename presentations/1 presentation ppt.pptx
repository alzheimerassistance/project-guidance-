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6A03"/>
    <a:srgbClr val="F2B800"/>
    <a:srgbClr val="FFFDFB"/>
    <a:srgbClr val="FDF3ED"/>
    <a:srgbClr val="FBE4D5"/>
    <a:srgbClr val="F7C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22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9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7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81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87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37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8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3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9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6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9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9B354-FA16-4764-AA3F-B971B62A4B1A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4A3E2-AAA8-42AE-9A6C-CFCB32184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9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9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5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82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0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8165"/>
            <a:ext cx="12192000" cy="6858000"/>
          </a:xfrm>
          <a:prstGeom prst="rect">
            <a:avLst/>
          </a:prstGeom>
          <a:solidFill>
            <a:srgbClr val="FF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550" y="-1865"/>
            <a:ext cx="8502565" cy="685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5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8163"/>
            <a:ext cx="12192000" cy="6858000"/>
          </a:xfrm>
          <a:prstGeom prst="rect">
            <a:avLst/>
          </a:prstGeom>
          <a:solidFill>
            <a:srgbClr val="FF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592" y="0"/>
            <a:ext cx="9290096" cy="686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6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4491"/>
            <a:ext cx="12192000" cy="6858000"/>
          </a:xfrm>
          <a:prstGeom prst="rect">
            <a:avLst/>
          </a:prstGeom>
          <a:solidFill>
            <a:srgbClr val="FF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457" y="0"/>
            <a:ext cx="6678687" cy="687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8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163"/>
            <a:ext cx="12192000" cy="6858000"/>
          </a:xfrm>
          <a:prstGeom prst="rect">
            <a:avLst/>
          </a:prstGeom>
          <a:solidFill>
            <a:srgbClr val="FF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6676"/>
            <a:ext cx="12239193" cy="685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4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997"/>
            <a:ext cx="12192000" cy="6858000"/>
          </a:xfrm>
          <a:prstGeom prst="rect">
            <a:avLst/>
          </a:prstGeom>
          <a:solidFill>
            <a:srgbClr val="FF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System Architecture: Hardware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4157" y="342900"/>
            <a:ext cx="1028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7B6A0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 S</a:t>
            </a:r>
            <a:r>
              <a:rPr lang="en-US" sz="4000" b="1" dirty="0" smtClean="0">
                <a:solidFill>
                  <a:srgbClr val="7B6A0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oftware Components</a:t>
            </a:r>
            <a:endParaRPr lang="en-US" sz="4000" b="1" dirty="0">
              <a:solidFill>
                <a:srgbClr val="7B6A0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5680" y="1554480"/>
            <a:ext cx="107594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WebRTC</a:t>
            </a: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(enable direct communication from camera to caregiver App).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-DNN (detection model).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DeepSort</a:t>
            </a: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(tracking algorithm).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</a:t>
            </a: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Filter (motion prediction algorithm).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URFD,Le2IFD, </a:t>
            </a:r>
            <a:r>
              <a:rPr lang="en-US" sz="2800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MobiFall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MultiCam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SDUfall</a:t>
            </a:r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(vision based FD datasets).</a:t>
            </a:r>
          </a:p>
        </p:txBody>
      </p:sp>
    </p:spTree>
    <p:extLst>
      <p:ext uri="{BB962C8B-B14F-4D97-AF65-F5344CB8AC3E}">
        <p14:creationId xmlns:p14="http://schemas.microsoft.com/office/powerpoint/2010/main" val="12564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163"/>
            <a:ext cx="12192000" cy="6858000"/>
          </a:xfrm>
          <a:prstGeom prst="rect">
            <a:avLst/>
          </a:prstGeom>
          <a:solidFill>
            <a:srgbClr val="FF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706" y="16326"/>
            <a:ext cx="6664705" cy="684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1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163"/>
            <a:ext cx="12192000" cy="6858000"/>
          </a:xfrm>
          <a:prstGeom prst="rect">
            <a:avLst/>
          </a:prstGeom>
          <a:solidFill>
            <a:srgbClr val="FF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1" y="0"/>
            <a:ext cx="9641840" cy="688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9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163"/>
            <a:ext cx="12192000" cy="6858000"/>
          </a:xfrm>
          <a:prstGeom prst="rect">
            <a:avLst/>
          </a:prstGeom>
          <a:solidFill>
            <a:srgbClr val="FF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shot 2025-10-16 23503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164080" y="8163"/>
            <a:ext cx="8188960" cy="686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7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163"/>
            <a:ext cx="12192000" cy="6858000"/>
          </a:xfrm>
          <a:prstGeom prst="rect">
            <a:avLst/>
          </a:prstGeom>
          <a:solidFill>
            <a:srgbClr val="FF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705" y="0"/>
            <a:ext cx="122946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7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51</Words>
  <Application>Microsoft Office PowerPoint</Application>
  <PresentationFormat>Widescreen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WAH-17</dc:creator>
  <cp:lastModifiedBy>WAH-17</cp:lastModifiedBy>
  <cp:revision>6</cp:revision>
  <dcterms:created xsi:type="dcterms:W3CDTF">2025-10-16T20:48:01Z</dcterms:created>
  <dcterms:modified xsi:type="dcterms:W3CDTF">2025-10-17T03:51:13Z</dcterms:modified>
</cp:coreProperties>
</file>